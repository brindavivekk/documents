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52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69CD4-5759-49E1-BF31-CA01CB08F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C2332-2D81-4485-B7E5-7129B5CC6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249E3-A1AE-4A04-877D-62C5D0DA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11A75-CE63-41DD-A97E-E1540064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387F1-5590-4936-A99D-67618E1A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5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7B37-82B2-4C59-940E-00C6C245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5632-07A2-40D5-A54B-FBF913F9B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7C9F4-848B-4765-8EB8-404C0CC26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267AF-C854-4380-966D-5C115EE7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8D326-A7FB-422E-9370-AB5E4E95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7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4EE1-E6A0-4866-91E4-7FAE0A33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AF0B7-0DE7-4266-866A-EC167ABA0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9980F-D4BE-4D17-9F06-9427EBB6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1AD62-6ABB-4A5B-A3E5-50EB183DD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1F8C-AE52-4CD1-8B05-2C2EB5C6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7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3742C-0F71-4940-AA06-AE47F057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286B-812A-4967-9260-025453B43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CD8D7-7F3C-4E0A-9FB1-782A1C24F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3620E-E14C-4E69-85CD-7F150012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2B70E-60D9-4D66-8BA4-AFEBEF13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B4F28-C716-4C25-BEEA-E1604413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8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FFE1-A714-40A4-B478-1208C8A6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ED7B0-B3A2-4347-8372-D329B5853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D121D-D11F-43D2-972F-2470A0775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73A63-7A8C-478A-B759-72B46F0C2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8B7E57-CB21-4D8B-86D0-0A05E69F5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36C57-F0EA-49D5-BEC0-08767417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913D3E-B343-4648-86D4-3FA132D3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FD431-338D-4759-972D-CF3F9298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3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FBA9-B30E-43FC-BCA4-33065F50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7D200-9E72-4445-9FCC-9BB2D6B3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53A19-DC8F-4427-90B4-C823B4AD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49D32-15FB-4C24-B647-472670A5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F1618-D808-4A49-888A-EF21DCCA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AAA5A-E8E0-4729-BFD4-80F1E48A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2E5E-801C-41BA-B1DB-8990E2551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19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02149-8F9D-416C-9299-BBC03643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6F1A4-A67B-42B6-8933-45C9E9E6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BB124-1E61-4020-8D79-F74822075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5FC7C-0F97-44B7-BB65-B2CC4EC9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6FD42-5C16-461D-BABF-2A7341D6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4155-B767-4773-ACF0-090BEE07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0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A822-1A23-44B0-9638-28112B9B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9D4EA-98F6-4B42-8341-7E69D28B8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7C534-3084-41EB-A3E2-19BE5B56D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54D0-0D01-4EC5-AEB7-64AA56C8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C8603-BB7C-4594-AB32-2D75D2A9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035CA-0999-4D61-896C-2EBD954A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9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C7265-94DE-4C03-A494-C642C094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D2B60-C56B-4196-8795-60EBAD29A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C5B1D-121D-44DB-8536-D0FCE357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9C265-F9FB-4CFE-97EC-3216AD36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5FA6-EEFD-4337-ACA6-1404C35A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6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77DF9F-6987-4FF9-A435-49DB41ED6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7A44F-4984-43EA-95D2-894F59BEA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4FDF-1919-434E-AEEF-AC07DF54E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6C2C-DF11-4667-B048-4583BE1F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4FA5-69B8-431C-8479-AE563E6E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8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DD09D1-820A-4CBE-8855-99BD238E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D5D7F-5F8B-4F7D-ABE4-92229DB6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784A-1DD0-46E1-88BB-7A72CF843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C24E4-16D6-4908-B301-09AED5821D86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93D4-05F2-4116-971F-8187CAD5F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0EF62-34DB-468F-90F5-04FF56F86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4964F-68F5-4C2E-A04D-F80B9BC2EEE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5A921-16E4-476B-9BC0-304F13CCFDB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19750" y="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6937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2FEC8-3D88-40DC-A132-8AC225A516E7}"/>
              </a:ext>
            </a:extLst>
          </p:cNvPr>
          <p:cNvSpPr txBox="1"/>
          <p:nvPr/>
        </p:nvSpPr>
        <p:spPr>
          <a:xfrm>
            <a:off x="6574587" y="3352800"/>
            <a:ext cx="5170373" cy="2326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DQ Framework – UI Integrated</a:t>
            </a:r>
          </a:p>
        </p:txBody>
      </p:sp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68B60B65-7BA5-1DC9-1CDE-585A52762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357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54FA-8027-47DA-90E3-6DC061A3E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920"/>
            <a:ext cx="10515600" cy="5293043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Key Points</a:t>
            </a:r>
          </a:p>
          <a:p>
            <a:pPr marL="0" indent="0">
              <a:buNone/>
            </a:pP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1800" dirty="0"/>
              <a:t>The UI Integration is done through SP (Service principle)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We are using SQL warehouse for the APP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Whenever we need to manage rules from UI just start the app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 person has to be in Approvers list to approved a requested rule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A person must be part of group to access the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3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028517-E9A3-4221-AA2F-5643B0A7C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010"/>
            <a:ext cx="12192000" cy="3766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F5E09F-5D4E-4CB2-8247-8B4A627BDF23}"/>
              </a:ext>
            </a:extLst>
          </p:cNvPr>
          <p:cNvSpPr txBox="1"/>
          <p:nvPr/>
        </p:nvSpPr>
        <p:spPr>
          <a:xfrm>
            <a:off x="1619794" y="718457"/>
            <a:ext cx="719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UI – when you are not part of Approvers list</a:t>
            </a:r>
          </a:p>
        </p:txBody>
      </p:sp>
    </p:spTree>
    <p:extLst>
      <p:ext uri="{BB962C8B-B14F-4D97-AF65-F5344CB8AC3E}">
        <p14:creationId xmlns:p14="http://schemas.microsoft.com/office/powerpoint/2010/main" val="354380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82C0E6-9E09-4D9B-8362-B5D56FC37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71" y="2101782"/>
            <a:ext cx="9617529" cy="3164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5BFF36-2098-4689-801D-94399B0CF14D}"/>
              </a:ext>
            </a:extLst>
          </p:cNvPr>
          <p:cNvSpPr txBox="1"/>
          <p:nvPr/>
        </p:nvSpPr>
        <p:spPr>
          <a:xfrm>
            <a:off x="2155371" y="881743"/>
            <a:ext cx="615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UI – For Approvers </a:t>
            </a:r>
          </a:p>
        </p:txBody>
      </p:sp>
    </p:spTree>
    <p:extLst>
      <p:ext uri="{BB962C8B-B14F-4D97-AF65-F5344CB8AC3E}">
        <p14:creationId xmlns:p14="http://schemas.microsoft.com/office/powerpoint/2010/main" val="85041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0C96-1BF4-4FBA-AB26-19B8FCF6B049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Working Session</a:t>
            </a:r>
          </a:p>
        </p:txBody>
      </p:sp>
      <p:pic>
        <p:nvPicPr>
          <p:cNvPr id="8" name="Graphic 7" descr="Teacher">
            <a:extLst>
              <a:ext uri="{FF2B5EF4-FFF2-40B4-BE49-F238E27FC236}">
                <a16:creationId xmlns:a16="http://schemas.microsoft.com/office/drawing/2014/main" id="{4F473D70-513B-6C5E-D11D-BA5B5C9E5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9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DENSO North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Himanshi Rawat</dc:creator>
  <cp:lastModifiedBy>Himanshi Rawat</cp:lastModifiedBy>
  <cp:revision>1</cp:revision>
  <dcterms:created xsi:type="dcterms:W3CDTF">2026-02-27T07:13:59Z</dcterms:created>
  <dcterms:modified xsi:type="dcterms:W3CDTF">2026-02-27T07:40:06Z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2026-02-27T07:13:59Z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d78c99d9-905b-4e1a-988d-e1e69fea4c42</vt:lpwstr>
  </property>
  <property fmtid="{D5CDD505-2E9C-101B-9397-08002B2CF9AE}" pid="8" name="MSIP_Label_7ed1414a-99f2-46f9-bbe5-740af8d1b502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CONFIDENTIAL</vt:lpwstr>
  </property>
</Properties>
</file>