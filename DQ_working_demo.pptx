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5" r:id="rId6"/>
    <p:sldId id="268" r:id="rId7"/>
    <p:sldId id="267" r:id="rId8"/>
    <p:sldId id="269" r:id="rId9"/>
    <p:sldId id="271" r:id="rId10"/>
    <p:sldId id="260" r:id="rId11"/>
    <p:sldId id="266" r:id="rId12"/>
    <p:sldId id="264" r:id="rId13"/>
    <p:sldId id="270" r:id="rId14"/>
    <p:sldId id="261" r:id="rId15"/>
    <p:sldId id="274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49" autoAdjust="0"/>
    <p:restoredTop sz="94660"/>
  </p:normalViewPr>
  <p:slideViewPr>
    <p:cSldViewPr snapToGrid="0">
      <p:cViewPr>
        <p:scale>
          <a:sx n="80" d="100"/>
          <a:sy n="80" d="100"/>
        </p:scale>
        <p:origin x="4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F74C73-F408-4F03-BEA8-442B41AFC132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60EB8BA-D82D-4A9D-8EC8-F1F9BAB6F9ED}">
      <dgm:prSet/>
      <dgm:spPr/>
      <dgm:t>
        <a:bodyPr/>
        <a:lstStyle/>
        <a:p>
          <a:r>
            <a:rPr lang="en-US"/>
            <a:t>Configuration of DQ rules</a:t>
          </a:r>
        </a:p>
      </dgm:t>
    </dgm:pt>
    <dgm:pt modelId="{0B180698-05B1-4AC5-993D-FB4050EFABFF}" type="parTrans" cxnId="{797192E5-598F-454B-AC36-8CB91CEC14B8}">
      <dgm:prSet/>
      <dgm:spPr/>
      <dgm:t>
        <a:bodyPr/>
        <a:lstStyle/>
        <a:p>
          <a:endParaRPr lang="en-US"/>
        </a:p>
      </dgm:t>
    </dgm:pt>
    <dgm:pt modelId="{5A373ECC-B1D8-47C0-851F-C24987791E3D}" type="sibTrans" cxnId="{797192E5-598F-454B-AC36-8CB91CEC14B8}">
      <dgm:prSet/>
      <dgm:spPr/>
      <dgm:t>
        <a:bodyPr/>
        <a:lstStyle/>
        <a:p>
          <a:endParaRPr lang="en-US"/>
        </a:p>
      </dgm:t>
    </dgm:pt>
    <dgm:pt modelId="{E0A40A83-B7DD-4B5D-A296-89442C48AF4C}">
      <dgm:prSet/>
      <dgm:spPr/>
      <dgm:t>
        <a:bodyPr/>
        <a:lstStyle/>
        <a:p>
          <a:r>
            <a:rPr lang="en-US"/>
            <a:t>Execution of DQ job</a:t>
          </a:r>
        </a:p>
      </dgm:t>
    </dgm:pt>
    <dgm:pt modelId="{357FA25B-C2B3-4073-BA7B-EB74FD774682}" type="parTrans" cxnId="{2A4BEE32-48F4-4E29-906F-24EBCDBFCD37}">
      <dgm:prSet/>
      <dgm:spPr/>
      <dgm:t>
        <a:bodyPr/>
        <a:lstStyle/>
        <a:p>
          <a:endParaRPr lang="en-US"/>
        </a:p>
      </dgm:t>
    </dgm:pt>
    <dgm:pt modelId="{252BBF5B-13E4-4986-9E5D-F929786EA55E}" type="sibTrans" cxnId="{2A4BEE32-48F4-4E29-906F-24EBCDBFCD37}">
      <dgm:prSet/>
      <dgm:spPr/>
      <dgm:t>
        <a:bodyPr/>
        <a:lstStyle/>
        <a:p>
          <a:endParaRPr lang="en-US"/>
        </a:p>
      </dgm:t>
    </dgm:pt>
    <dgm:pt modelId="{77568A8A-779F-4FD4-8D4F-3D468782E6A2}">
      <dgm:prSet/>
      <dgm:spPr/>
      <dgm:t>
        <a:bodyPr/>
        <a:lstStyle/>
        <a:p>
          <a:r>
            <a:rPr lang="en-US"/>
            <a:t>DQ results at column &amp; row level</a:t>
          </a:r>
        </a:p>
      </dgm:t>
    </dgm:pt>
    <dgm:pt modelId="{144855EB-B996-4BE9-8CEE-356CC63E7A84}" type="parTrans" cxnId="{0563E7B3-D67C-40E8-AAC0-C05FDE637355}">
      <dgm:prSet/>
      <dgm:spPr/>
      <dgm:t>
        <a:bodyPr/>
        <a:lstStyle/>
        <a:p>
          <a:endParaRPr lang="en-US"/>
        </a:p>
      </dgm:t>
    </dgm:pt>
    <dgm:pt modelId="{B38445A4-1413-4B1F-BC30-A8B6A11C8037}" type="sibTrans" cxnId="{0563E7B3-D67C-40E8-AAC0-C05FDE637355}">
      <dgm:prSet/>
      <dgm:spPr/>
      <dgm:t>
        <a:bodyPr/>
        <a:lstStyle/>
        <a:p>
          <a:endParaRPr lang="en-US"/>
        </a:p>
      </dgm:t>
    </dgm:pt>
    <dgm:pt modelId="{7472EAA3-E769-4EC1-8108-00632CACE019}">
      <dgm:prSet/>
      <dgm:spPr/>
      <dgm:t>
        <a:bodyPr/>
        <a:lstStyle/>
        <a:p>
          <a:r>
            <a:rPr lang="en-US"/>
            <a:t>Issue summary &amp; metrics</a:t>
          </a:r>
        </a:p>
      </dgm:t>
    </dgm:pt>
    <dgm:pt modelId="{9E014B04-7E36-47CB-9370-FE8C40EFBAE0}" type="parTrans" cxnId="{2912D72A-ED45-4827-844B-A2D4E1A942DF}">
      <dgm:prSet/>
      <dgm:spPr/>
      <dgm:t>
        <a:bodyPr/>
        <a:lstStyle/>
        <a:p>
          <a:endParaRPr lang="en-US"/>
        </a:p>
      </dgm:t>
    </dgm:pt>
    <dgm:pt modelId="{7A65607B-4968-4A99-A330-F274C32A15A3}" type="sibTrans" cxnId="{2912D72A-ED45-4827-844B-A2D4E1A942DF}">
      <dgm:prSet/>
      <dgm:spPr/>
      <dgm:t>
        <a:bodyPr/>
        <a:lstStyle/>
        <a:p>
          <a:endParaRPr lang="en-US"/>
        </a:p>
      </dgm:t>
    </dgm:pt>
    <dgm:pt modelId="{5B0C4091-FCF7-4340-BF54-5A9AE4873FEC}">
      <dgm:prSet/>
      <dgm:spPr/>
      <dgm:t>
        <a:bodyPr/>
        <a:lstStyle/>
        <a:p>
          <a:r>
            <a:rPr lang="en-US" dirty="0"/>
            <a:t>Trend / dashboard view </a:t>
          </a:r>
        </a:p>
      </dgm:t>
    </dgm:pt>
    <dgm:pt modelId="{68E8A66C-DDC8-44D6-8A1F-6D0C97E29182}" type="parTrans" cxnId="{4A1C2243-A1B1-4529-A2BF-486282FB9718}">
      <dgm:prSet/>
      <dgm:spPr/>
      <dgm:t>
        <a:bodyPr/>
        <a:lstStyle/>
        <a:p>
          <a:endParaRPr lang="en-US"/>
        </a:p>
      </dgm:t>
    </dgm:pt>
    <dgm:pt modelId="{6C7A5298-2589-4A6E-9A9D-91DFE1DF6490}" type="sibTrans" cxnId="{4A1C2243-A1B1-4529-A2BF-486282FB9718}">
      <dgm:prSet/>
      <dgm:spPr/>
      <dgm:t>
        <a:bodyPr/>
        <a:lstStyle/>
        <a:p>
          <a:endParaRPr lang="en-US"/>
        </a:p>
      </dgm:t>
    </dgm:pt>
    <dgm:pt modelId="{80861179-54DA-49A5-A1E3-C08859CEC2A2}" type="pres">
      <dgm:prSet presAssocID="{4DF74C73-F408-4F03-BEA8-442B41AFC132}" presName="Name0" presStyleCnt="0">
        <dgm:presLayoutVars>
          <dgm:dir/>
          <dgm:animLvl val="lvl"/>
          <dgm:resizeHandles val="exact"/>
        </dgm:presLayoutVars>
      </dgm:prSet>
      <dgm:spPr/>
    </dgm:pt>
    <dgm:pt modelId="{3DD607E7-E081-4AA7-A3E2-EF484AB93905}" type="pres">
      <dgm:prSet presAssocID="{660EB8BA-D82D-4A9D-8EC8-F1F9BAB6F9ED}" presName="linNode" presStyleCnt="0"/>
      <dgm:spPr/>
    </dgm:pt>
    <dgm:pt modelId="{3886348A-D3AA-4D59-882C-999D33DA14BD}" type="pres">
      <dgm:prSet presAssocID="{660EB8BA-D82D-4A9D-8EC8-F1F9BAB6F9ED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B2065132-8109-4AA7-8C79-EB7D2F53059E}" type="pres">
      <dgm:prSet presAssocID="{5A373ECC-B1D8-47C0-851F-C24987791E3D}" presName="sp" presStyleCnt="0"/>
      <dgm:spPr/>
    </dgm:pt>
    <dgm:pt modelId="{9C0A725A-DFDC-430B-9946-D3EE090F0B85}" type="pres">
      <dgm:prSet presAssocID="{E0A40A83-B7DD-4B5D-A296-89442C48AF4C}" presName="linNode" presStyleCnt="0"/>
      <dgm:spPr/>
    </dgm:pt>
    <dgm:pt modelId="{7D375C61-FFD8-4657-81D8-B568C55AD992}" type="pres">
      <dgm:prSet presAssocID="{E0A40A83-B7DD-4B5D-A296-89442C48AF4C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C6182CF2-3411-45A1-B990-8C93C0690C54}" type="pres">
      <dgm:prSet presAssocID="{252BBF5B-13E4-4986-9E5D-F929786EA55E}" presName="sp" presStyleCnt="0"/>
      <dgm:spPr/>
    </dgm:pt>
    <dgm:pt modelId="{EBED3CBD-C660-419C-98AD-76B0DAC92C21}" type="pres">
      <dgm:prSet presAssocID="{77568A8A-779F-4FD4-8D4F-3D468782E6A2}" presName="linNode" presStyleCnt="0"/>
      <dgm:spPr/>
    </dgm:pt>
    <dgm:pt modelId="{86CEE1CA-A962-4D39-B000-A890BFECD98E}" type="pres">
      <dgm:prSet presAssocID="{77568A8A-779F-4FD4-8D4F-3D468782E6A2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38EA923A-CB96-49E9-9197-2F92DE3CD093}" type="pres">
      <dgm:prSet presAssocID="{B38445A4-1413-4B1F-BC30-A8B6A11C8037}" presName="sp" presStyleCnt="0"/>
      <dgm:spPr/>
    </dgm:pt>
    <dgm:pt modelId="{7A407C05-2FD6-4B47-9776-81004BC123B9}" type="pres">
      <dgm:prSet presAssocID="{7472EAA3-E769-4EC1-8108-00632CACE019}" presName="linNode" presStyleCnt="0"/>
      <dgm:spPr/>
    </dgm:pt>
    <dgm:pt modelId="{074C2309-043E-4447-B2B4-3155640F518C}" type="pres">
      <dgm:prSet presAssocID="{7472EAA3-E769-4EC1-8108-00632CACE019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61002C7C-F7FD-4FC3-904F-618023B613C1}" type="pres">
      <dgm:prSet presAssocID="{7A65607B-4968-4A99-A330-F274C32A15A3}" presName="sp" presStyleCnt="0"/>
      <dgm:spPr/>
    </dgm:pt>
    <dgm:pt modelId="{054AFB52-A823-4631-BF00-2C4F32452EE4}" type="pres">
      <dgm:prSet presAssocID="{5B0C4091-FCF7-4340-BF54-5A9AE4873FEC}" presName="linNode" presStyleCnt="0"/>
      <dgm:spPr/>
    </dgm:pt>
    <dgm:pt modelId="{57C6D57F-41E2-413C-BCC9-5ACDC8B0B2CD}" type="pres">
      <dgm:prSet presAssocID="{5B0C4091-FCF7-4340-BF54-5A9AE4873FEC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44089A27-128F-413B-8C3A-1CFB9A9F170B}" type="presOf" srcId="{660EB8BA-D82D-4A9D-8EC8-F1F9BAB6F9ED}" destId="{3886348A-D3AA-4D59-882C-999D33DA14BD}" srcOrd="0" destOrd="0" presId="urn:microsoft.com/office/officeart/2005/8/layout/vList5"/>
    <dgm:cxn modelId="{2912D72A-ED45-4827-844B-A2D4E1A942DF}" srcId="{4DF74C73-F408-4F03-BEA8-442B41AFC132}" destId="{7472EAA3-E769-4EC1-8108-00632CACE019}" srcOrd="3" destOrd="0" parTransId="{9E014B04-7E36-47CB-9370-FE8C40EFBAE0}" sibTransId="{7A65607B-4968-4A99-A330-F274C32A15A3}"/>
    <dgm:cxn modelId="{2A4BEE32-48F4-4E29-906F-24EBCDBFCD37}" srcId="{4DF74C73-F408-4F03-BEA8-442B41AFC132}" destId="{E0A40A83-B7DD-4B5D-A296-89442C48AF4C}" srcOrd="1" destOrd="0" parTransId="{357FA25B-C2B3-4073-BA7B-EB74FD774682}" sibTransId="{252BBF5B-13E4-4986-9E5D-F929786EA55E}"/>
    <dgm:cxn modelId="{4A1C2243-A1B1-4529-A2BF-486282FB9718}" srcId="{4DF74C73-F408-4F03-BEA8-442B41AFC132}" destId="{5B0C4091-FCF7-4340-BF54-5A9AE4873FEC}" srcOrd="4" destOrd="0" parTransId="{68E8A66C-DDC8-44D6-8A1F-6D0C97E29182}" sibTransId="{6C7A5298-2589-4A6E-9A9D-91DFE1DF6490}"/>
    <dgm:cxn modelId="{A5841377-055C-4C4A-9DF6-03B6D2FE16B5}" type="presOf" srcId="{4DF74C73-F408-4F03-BEA8-442B41AFC132}" destId="{80861179-54DA-49A5-A1E3-C08859CEC2A2}" srcOrd="0" destOrd="0" presId="urn:microsoft.com/office/officeart/2005/8/layout/vList5"/>
    <dgm:cxn modelId="{9EEA7BB2-25D6-40A3-94FC-ADAA7E0A8357}" type="presOf" srcId="{77568A8A-779F-4FD4-8D4F-3D468782E6A2}" destId="{86CEE1CA-A962-4D39-B000-A890BFECD98E}" srcOrd="0" destOrd="0" presId="urn:microsoft.com/office/officeart/2005/8/layout/vList5"/>
    <dgm:cxn modelId="{0563E7B3-D67C-40E8-AAC0-C05FDE637355}" srcId="{4DF74C73-F408-4F03-BEA8-442B41AFC132}" destId="{77568A8A-779F-4FD4-8D4F-3D468782E6A2}" srcOrd="2" destOrd="0" parTransId="{144855EB-B996-4BE9-8CEE-356CC63E7A84}" sibTransId="{B38445A4-1413-4B1F-BC30-A8B6A11C8037}"/>
    <dgm:cxn modelId="{F93C71C8-6D13-49CF-97C8-D8AEDE61E25D}" type="presOf" srcId="{5B0C4091-FCF7-4340-BF54-5A9AE4873FEC}" destId="{57C6D57F-41E2-413C-BCC9-5ACDC8B0B2CD}" srcOrd="0" destOrd="0" presId="urn:microsoft.com/office/officeart/2005/8/layout/vList5"/>
    <dgm:cxn modelId="{B9A355CC-73C7-4AF0-B591-96DDF714FA6D}" type="presOf" srcId="{E0A40A83-B7DD-4B5D-A296-89442C48AF4C}" destId="{7D375C61-FFD8-4657-81D8-B568C55AD992}" srcOrd="0" destOrd="0" presId="urn:microsoft.com/office/officeart/2005/8/layout/vList5"/>
    <dgm:cxn modelId="{797192E5-598F-454B-AC36-8CB91CEC14B8}" srcId="{4DF74C73-F408-4F03-BEA8-442B41AFC132}" destId="{660EB8BA-D82D-4A9D-8EC8-F1F9BAB6F9ED}" srcOrd="0" destOrd="0" parTransId="{0B180698-05B1-4AC5-993D-FB4050EFABFF}" sibTransId="{5A373ECC-B1D8-47C0-851F-C24987791E3D}"/>
    <dgm:cxn modelId="{BB1382FE-B542-4537-B316-DB4C8845EA88}" type="presOf" srcId="{7472EAA3-E769-4EC1-8108-00632CACE019}" destId="{074C2309-043E-4447-B2B4-3155640F518C}" srcOrd="0" destOrd="0" presId="urn:microsoft.com/office/officeart/2005/8/layout/vList5"/>
    <dgm:cxn modelId="{3615A40F-1ABB-4E1E-9A07-FC1613861ADD}" type="presParOf" srcId="{80861179-54DA-49A5-A1E3-C08859CEC2A2}" destId="{3DD607E7-E081-4AA7-A3E2-EF484AB93905}" srcOrd="0" destOrd="0" presId="urn:microsoft.com/office/officeart/2005/8/layout/vList5"/>
    <dgm:cxn modelId="{002E3449-DBDD-430D-ACC3-08AC2A436B37}" type="presParOf" srcId="{3DD607E7-E081-4AA7-A3E2-EF484AB93905}" destId="{3886348A-D3AA-4D59-882C-999D33DA14BD}" srcOrd="0" destOrd="0" presId="urn:microsoft.com/office/officeart/2005/8/layout/vList5"/>
    <dgm:cxn modelId="{3F03C019-7121-4A4B-9AB0-000758342094}" type="presParOf" srcId="{80861179-54DA-49A5-A1E3-C08859CEC2A2}" destId="{B2065132-8109-4AA7-8C79-EB7D2F53059E}" srcOrd="1" destOrd="0" presId="urn:microsoft.com/office/officeart/2005/8/layout/vList5"/>
    <dgm:cxn modelId="{C873A4F4-CDCB-4AE3-ABFD-398B99FAD22F}" type="presParOf" srcId="{80861179-54DA-49A5-A1E3-C08859CEC2A2}" destId="{9C0A725A-DFDC-430B-9946-D3EE090F0B85}" srcOrd="2" destOrd="0" presId="urn:microsoft.com/office/officeart/2005/8/layout/vList5"/>
    <dgm:cxn modelId="{F597FA84-3C28-46B5-9817-43A05A142DB3}" type="presParOf" srcId="{9C0A725A-DFDC-430B-9946-D3EE090F0B85}" destId="{7D375C61-FFD8-4657-81D8-B568C55AD992}" srcOrd="0" destOrd="0" presId="urn:microsoft.com/office/officeart/2005/8/layout/vList5"/>
    <dgm:cxn modelId="{F252FF01-BEDC-473F-B6A3-A18401881932}" type="presParOf" srcId="{80861179-54DA-49A5-A1E3-C08859CEC2A2}" destId="{C6182CF2-3411-45A1-B990-8C93C0690C54}" srcOrd="3" destOrd="0" presId="urn:microsoft.com/office/officeart/2005/8/layout/vList5"/>
    <dgm:cxn modelId="{4C2DE1BC-B72E-438B-917F-6FD3BBE85DE5}" type="presParOf" srcId="{80861179-54DA-49A5-A1E3-C08859CEC2A2}" destId="{EBED3CBD-C660-419C-98AD-76B0DAC92C21}" srcOrd="4" destOrd="0" presId="urn:microsoft.com/office/officeart/2005/8/layout/vList5"/>
    <dgm:cxn modelId="{F09405BC-D71E-4F8C-ACF0-ABCE240E3557}" type="presParOf" srcId="{EBED3CBD-C660-419C-98AD-76B0DAC92C21}" destId="{86CEE1CA-A962-4D39-B000-A890BFECD98E}" srcOrd="0" destOrd="0" presId="urn:microsoft.com/office/officeart/2005/8/layout/vList5"/>
    <dgm:cxn modelId="{87F89510-1F47-4AEC-AE43-55BB051CE387}" type="presParOf" srcId="{80861179-54DA-49A5-A1E3-C08859CEC2A2}" destId="{38EA923A-CB96-49E9-9197-2F92DE3CD093}" srcOrd="5" destOrd="0" presId="urn:microsoft.com/office/officeart/2005/8/layout/vList5"/>
    <dgm:cxn modelId="{80DDDFFF-DDC3-4230-9B01-EC17F9E9D408}" type="presParOf" srcId="{80861179-54DA-49A5-A1E3-C08859CEC2A2}" destId="{7A407C05-2FD6-4B47-9776-81004BC123B9}" srcOrd="6" destOrd="0" presId="urn:microsoft.com/office/officeart/2005/8/layout/vList5"/>
    <dgm:cxn modelId="{3485338D-BA39-4795-9EE5-388305F0A472}" type="presParOf" srcId="{7A407C05-2FD6-4B47-9776-81004BC123B9}" destId="{074C2309-043E-4447-B2B4-3155640F518C}" srcOrd="0" destOrd="0" presId="urn:microsoft.com/office/officeart/2005/8/layout/vList5"/>
    <dgm:cxn modelId="{11759B95-0BF4-499B-B1E4-D38E0DE5856A}" type="presParOf" srcId="{80861179-54DA-49A5-A1E3-C08859CEC2A2}" destId="{61002C7C-F7FD-4FC3-904F-618023B613C1}" srcOrd="7" destOrd="0" presId="urn:microsoft.com/office/officeart/2005/8/layout/vList5"/>
    <dgm:cxn modelId="{C3128465-B374-4F73-B02F-92645EDE8468}" type="presParOf" srcId="{80861179-54DA-49A5-A1E3-C08859CEC2A2}" destId="{054AFB52-A823-4631-BF00-2C4F32452EE4}" srcOrd="8" destOrd="0" presId="urn:microsoft.com/office/officeart/2005/8/layout/vList5"/>
    <dgm:cxn modelId="{B659B6DE-D942-48F2-9D7E-1928A4345FF4}" type="presParOf" srcId="{054AFB52-A823-4631-BF00-2C4F32452EE4}" destId="{57C6D57F-41E2-413C-BCC9-5ACDC8B0B2C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9340CD-3594-4FD3-9C0B-CB4EE3CEC8F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8FE4256-3EE6-47B2-9C96-863BCCCAD0F4}">
      <dgm:prSet/>
      <dgm:spPr/>
      <dgm:t>
        <a:bodyPr/>
        <a:lstStyle/>
        <a:p>
          <a:pPr>
            <a:defRPr cap="all"/>
          </a:pPr>
          <a:r>
            <a:rPr lang="en-US"/>
            <a:t>Early detection of data issues.</a:t>
          </a:r>
        </a:p>
      </dgm:t>
    </dgm:pt>
    <dgm:pt modelId="{4FF6209A-0499-4D8A-935D-161FB8D486AE}" type="parTrans" cxnId="{7A05ED14-7169-48DB-AA57-75F1FCD853A4}">
      <dgm:prSet/>
      <dgm:spPr/>
      <dgm:t>
        <a:bodyPr/>
        <a:lstStyle/>
        <a:p>
          <a:endParaRPr lang="en-US"/>
        </a:p>
      </dgm:t>
    </dgm:pt>
    <dgm:pt modelId="{5E0A4F94-7672-44FF-BA97-6F8D351288C5}" type="sibTrans" cxnId="{7A05ED14-7169-48DB-AA57-75F1FCD853A4}">
      <dgm:prSet/>
      <dgm:spPr/>
      <dgm:t>
        <a:bodyPr/>
        <a:lstStyle/>
        <a:p>
          <a:endParaRPr lang="en-US"/>
        </a:p>
      </dgm:t>
    </dgm:pt>
    <dgm:pt modelId="{6E964427-536C-4CAD-B46F-AB94993076D6}">
      <dgm:prSet/>
      <dgm:spPr/>
      <dgm:t>
        <a:bodyPr/>
        <a:lstStyle/>
        <a:p>
          <a:pPr>
            <a:defRPr cap="all"/>
          </a:pPr>
          <a:r>
            <a:rPr lang="en-US"/>
            <a:t>Improved trust in downstream reports.</a:t>
          </a:r>
        </a:p>
      </dgm:t>
    </dgm:pt>
    <dgm:pt modelId="{72B10522-CE96-4891-8880-4747752C5A80}" type="parTrans" cxnId="{B8EFEEF1-EB5A-48F3-8CEB-3581AB1ED2FF}">
      <dgm:prSet/>
      <dgm:spPr/>
      <dgm:t>
        <a:bodyPr/>
        <a:lstStyle/>
        <a:p>
          <a:endParaRPr lang="en-US"/>
        </a:p>
      </dgm:t>
    </dgm:pt>
    <dgm:pt modelId="{AE430DCD-BDA6-40B4-9B3F-413C4DA9DAE0}" type="sibTrans" cxnId="{B8EFEEF1-EB5A-48F3-8CEB-3581AB1ED2FF}">
      <dgm:prSet/>
      <dgm:spPr/>
      <dgm:t>
        <a:bodyPr/>
        <a:lstStyle/>
        <a:p>
          <a:endParaRPr lang="en-US"/>
        </a:p>
      </dgm:t>
    </dgm:pt>
    <dgm:pt modelId="{580C3B72-95FB-4843-9905-F27DB586B2B6}">
      <dgm:prSet/>
      <dgm:spPr/>
      <dgm:t>
        <a:bodyPr/>
        <a:lstStyle/>
        <a:p>
          <a:pPr>
            <a:defRPr cap="all"/>
          </a:pPr>
          <a:r>
            <a:rPr lang="en-US"/>
            <a:t>Standardized &amp; scalable DQ approach.</a:t>
          </a:r>
        </a:p>
      </dgm:t>
    </dgm:pt>
    <dgm:pt modelId="{C8827B50-B906-4589-A495-23CADC5B6C5D}" type="parTrans" cxnId="{4C4940D5-67B3-428A-BD2A-489E1B069998}">
      <dgm:prSet/>
      <dgm:spPr/>
      <dgm:t>
        <a:bodyPr/>
        <a:lstStyle/>
        <a:p>
          <a:endParaRPr lang="en-US"/>
        </a:p>
      </dgm:t>
    </dgm:pt>
    <dgm:pt modelId="{25CEBD0F-61B8-41D2-9C0A-D7823878FBE6}" type="sibTrans" cxnId="{4C4940D5-67B3-428A-BD2A-489E1B069998}">
      <dgm:prSet/>
      <dgm:spPr/>
      <dgm:t>
        <a:bodyPr/>
        <a:lstStyle/>
        <a:p>
          <a:endParaRPr lang="en-US"/>
        </a:p>
      </dgm:t>
    </dgm:pt>
    <dgm:pt modelId="{A414DA4D-59C0-4FFA-8FF9-C12BF90999C7}">
      <dgm:prSet/>
      <dgm:spPr/>
      <dgm:t>
        <a:bodyPr/>
        <a:lstStyle/>
        <a:p>
          <a:pPr>
            <a:defRPr cap="all"/>
          </a:pPr>
          <a:r>
            <a:rPr lang="en-US"/>
            <a:t>Audit-ready issue visibility.</a:t>
          </a:r>
        </a:p>
      </dgm:t>
    </dgm:pt>
    <dgm:pt modelId="{D90B1D13-F8D0-4ECE-9BEA-EAF91305C60E}" type="parTrans" cxnId="{58252D4E-7384-4CC5-8AA8-7D05EB2FBA77}">
      <dgm:prSet/>
      <dgm:spPr/>
      <dgm:t>
        <a:bodyPr/>
        <a:lstStyle/>
        <a:p>
          <a:endParaRPr lang="en-US"/>
        </a:p>
      </dgm:t>
    </dgm:pt>
    <dgm:pt modelId="{96517B37-638F-4EBF-9F24-26A08BD8153D}" type="sibTrans" cxnId="{58252D4E-7384-4CC5-8AA8-7D05EB2FBA77}">
      <dgm:prSet/>
      <dgm:spPr/>
      <dgm:t>
        <a:bodyPr/>
        <a:lstStyle/>
        <a:p>
          <a:endParaRPr lang="en-US"/>
        </a:p>
      </dgm:t>
    </dgm:pt>
    <dgm:pt modelId="{06B5606F-8A00-4C56-8D8C-EB93E7320AD1}" type="pres">
      <dgm:prSet presAssocID="{319340CD-3594-4FD3-9C0B-CB4EE3CEC8F8}" presName="root" presStyleCnt="0">
        <dgm:presLayoutVars>
          <dgm:dir/>
          <dgm:resizeHandles val="exact"/>
        </dgm:presLayoutVars>
      </dgm:prSet>
      <dgm:spPr/>
    </dgm:pt>
    <dgm:pt modelId="{0986FB52-E389-40D9-A029-A7EA50E871CB}" type="pres">
      <dgm:prSet presAssocID="{F8FE4256-3EE6-47B2-9C96-863BCCCAD0F4}" presName="compNode" presStyleCnt="0"/>
      <dgm:spPr/>
    </dgm:pt>
    <dgm:pt modelId="{3F3C2B8F-EE34-4EE2-A616-E72EADC0399C}" type="pres">
      <dgm:prSet presAssocID="{F8FE4256-3EE6-47B2-9C96-863BCCCAD0F4}" presName="iconBgRect" presStyleLbl="bgShp" presStyleIdx="0" presStyleCnt="4"/>
      <dgm:spPr/>
    </dgm:pt>
    <dgm:pt modelId="{6740B6A7-7CF6-42C6-85F7-EC8AC6049172}" type="pres">
      <dgm:prSet presAssocID="{F8FE4256-3EE6-47B2-9C96-863BCCCAD0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E4E46B8-E4C4-42DD-BDCD-3AD0ABB6E721}" type="pres">
      <dgm:prSet presAssocID="{F8FE4256-3EE6-47B2-9C96-863BCCCAD0F4}" presName="spaceRect" presStyleCnt="0"/>
      <dgm:spPr/>
    </dgm:pt>
    <dgm:pt modelId="{35CC8027-ACF9-43C2-B5C8-678084E11C82}" type="pres">
      <dgm:prSet presAssocID="{F8FE4256-3EE6-47B2-9C96-863BCCCAD0F4}" presName="textRect" presStyleLbl="revTx" presStyleIdx="0" presStyleCnt="4">
        <dgm:presLayoutVars>
          <dgm:chMax val="1"/>
          <dgm:chPref val="1"/>
        </dgm:presLayoutVars>
      </dgm:prSet>
      <dgm:spPr/>
    </dgm:pt>
    <dgm:pt modelId="{AC98B491-6740-4855-BECD-9D059353BA03}" type="pres">
      <dgm:prSet presAssocID="{5E0A4F94-7672-44FF-BA97-6F8D351288C5}" presName="sibTrans" presStyleCnt="0"/>
      <dgm:spPr/>
    </dgm:pt>
    <dgm:pt modelId="{5E864ECB-A442-4583-8698-E10FE6340E18}" type="pres">
      <dgm:prSet presAssocID="{6E964427-536C-4CAD-B46F-AB94993076D6}" presName="compNode" presStyleCnt="0"/>
      <dgm:spPr/>
    </dgm:pt>
    <dgm:pt modelId="{12323C80-8877-4777-85EC-48EBB35BC47F}" type="pres">
      <dgm:prSet presAssocID="{6E964427-536C-4CAD-B46F-AB94993076D6}" presName="iconBgRect" presStyleLbl="bgShp" presStyleIdx="1" presStyleCnt="4"/>
      <dgm:spPr/>
    </dgm:pt>
    <dgm:pt modelId="{8B34F78B-B3BE-4244-8390-A5758EF86F61}" type="pres">
      <dgm:prSet presAssocID="{6E964427-536C-4CAD-B46F-AB94993076D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9678F02A-B87D-451A-8A31-C88812B0D244}" type="pres">
      <dgm:prSet presAssocID="{6E964427-536C-4CAD-B46F-AB94993076D6}" presName="spaceRect" presStyleCnt="0"/>
      <dgm:spPr/>
    </dgm:pt>
    <dgm:pt modelId="{DAE60B88-44F1-46E3-99AA-5559C552615B}" type="pres">
      <dgm:prSet presAssocID="{6E964427-536C-4CAD-B46F-AB94993076D6}" presName="textRect" presStyleLbl="revTx" presStyleIdx="1" presStyleCnt="4">
        <dgm:presLayoutVars>
          <dgm:chMax val="1"/>
          <dgm:chPref val="1"/>
        </dgm:presLayoutVars>
      </dgm:prSet>
      <dgm:spPr/>
    </dgm:pt>
    <dgm:pt modelId="{FFA31A4D-AE6B-4158-833C-6527C00591F9}" type="pres">
      <dgm:prSet presAssocID="{AE430DCD-BDA6-40B4-9B3F-413C4DA9DAE0}" presName="sibTrans" presStyleCnt="0"/>
      <dgm:spPr/>
    </dgm:pt>
    <dgm:pt modelId="{FA65EE50-BC37-4534-B3FA-1EA0E34A1764}" type="pres">
      <dgm:prSet presAssocID="{580C3B72-95FB-4843-9905-F27DB586B2B6}" presName="compNode" presStyleCnt="0"/>
      <dgm:spPr/>
    </dgm:pt>
    <dgm:pt modelId="{179FD2DF-7109-44A7-9B41-88A0546BA530}" type="pres">
      <dgm:prSet presAssocID="{580C3B72-95FB-4843-9905-F27DB586B2B6}" presName="iconBgRect" presStyleLbl="bgShp" presStyleIdx="2" presStyleCnt="4"/>
      <dgm:spPr/>
    </dgm:pt>
    <dgm:pt modelId="{9C2D6DAF-4996-4999-8E3A-243F92ED5B25}" type="pres">
      <dgm:prSet presAssocID="{580C3B72-95FB-4843-9905-F27DB586B2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9E895BC-E30B-49E2-89BC-0CF72CD83FBA}" type="pres">
      <dgm:prSet presAssocID="{580C3B72-95FB-4843-9905-F27DB586B2B6}" presName="spaceRect" presStyleCnt="0"/>
      <dgm:spPr/>
    </dgm:pt>
    <dgm:pt modelId="{0FC58541-DC0F-41BD-AF1C-E22C3865F496}" type="pres">
      <dgm:prSet presAssocID="{580C3B72-95FB-4843-9905-F27DB586B2B6}" presName="textRect" presStyleLbl="revTx" presStyleIdx="2" presStyleCnt="4">
        <dgm:presLayoutVars>
          <dgm:chMax val="1"/>
          <dgm:chPref val="1"/>
        </dgm:presLayoutVars>
      </dgm:prSet>
      <dgm:spPr/>
    </dgm:pt>
    <dgm:pt modelId="{4E157546-77F8-4349-B518-EC827B85828A}" type="pres">
      <dgm:prSet presAssocID="{25CEBD0F-61B8-41D2-9C0A-D7823878FBE6}" presName="sibTrans" presStyleCnt="0"/>
      <dgm:spPr/>
    </dgm:pt>
    <dgm:pt modelId="{2EBB7BCD-DF27-4071-9DFC-DB3CBB29503B}" type="pres">
      <dgm:prSet presAssocID="{A414DA4D-59C0-4FFA-8FF9-C12BF90999C7}" presName="compNode" presStyleCnt="0"/>
      <dgm:spPr/>
    </dgm:pt>
    <dgm:pt modelId="{B27B0D2D-5F89-4E6C-8AC6-40B0C9A15397}" type="pres">
      <dgm:prSet presAssocID="{A414DA4D-59C0-4FFA-8FF9-C12BF90999C7}" presName="iconBgRect" presStyleLbl="bgShp" presStyleIdx="3" presStyleCnt="4"/>
      <dgm:spPr/>
    </dgm:pt>
    <dgm:pt modelId="{C3869BD9-D0AD-44B4-9CEC-600AD96CF098}" type="pres">
      <dgm:prSet presAssocID="{A414DA4D-59C0-4FFA-8FF9-C12BF90999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A947CEEB-946C-4E84-8C52-D9F5A7FB9C4B}" type="pres">
      <dgm:prSet presAssocID="{A414DA4D-59C0-4FFA-8FF9-C12BF90999C7}" presName="spaceRect" presStyleCnt="0"/>
      <dgm:spPr/>
    </dgm:pt>
    <dgm:pt modelId="{20818BA2-8316-445D-85D1-B0A5C68691C8}" type="pres">
      <dgm:prSet presAssocID="{A414DA4D-59C0-4FFA-8FF9-C12BF90999C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A05ED14-7169-48DB-AA57-75F1FCD853A4}" srcId="{319340CD-3594-4FD3-9C0B-CB4EE3CEC8F8}" destId="{F8FE4256-3EE6-47B2-9C96-863BCCCAD0F4}" srcOrd="0" destOrd="0" parTransId="{4FF6209A-0499-4D8A-935D-161FB8D486AE}" sibTransId="{5E0A4F94-7672-44FF-BA97-6F8D351288C5}"/>
    <dgm:cxn modelId="{8C22C34C-7196-489B-B946-C2793DA4DF7D}" type="presOf" srcId="{580C3B72-95FB-4843-9905-F27DB586B2B6}" destId="{0FC58541-DC0F-41BD-AF1C-E22C3865F496}" srcOrd="0" destOrd="0" presId="urn:microsoft.com/office/officeart/2018/5/layout/IconCircleLabelList"/>
    <dgm:cxn modelId="{58252D4E-7384-4CC5-8AA8-7D05EB2FBA77}" srcId="{319340CD-3594-4FD3-9C0B-CB4EE3CEC8F8}" destId="{A414DA4D-59C0-4FFA-8FF9-C12BF90999C7}" srcOrd="3" destOrd="0" parTransId="{D90B1D13-F8D0-4ECE-9BEA-EAF91305C60E}" sibTransId="{96517B37-638F-4EBF-9F24-26A08BD8153D}"/>
    <dgm:cxn modelId="{67687076-4B42-453F-84BA-3330591820ED}" type="presOf" srcId="{A414DA4D-59C0-4FFA-8FF9-C12BF90999C7}" destId="{20818BA2-8316-445D-85D1-B0A5C68691C8}" srcOrd="0" destOrd="0" presId="urn:microsoft.com/office/officeart/2018/5/layout/IconCircleLabelList"/>
    <dgm:cxn modelId="{408BC993-BFD7-4597-9EFA-A8A76BE53F3A}" type="presOf" srcId="{F8FE4256-3EE6-47B2-9C96-863BCCCAD0F4}" destId="{35CC8027-ACF9-43C2-B5C8-678084E11C82}" srcOrd="0" destOrd="0" presId="urn:microsoft.com/office/officeart/2018/5/layout/IconCircleLabelList"/>
    <dgm:cxn modelId="{A73486C2-C918-4E00-A48D-DD8F32BE1140}" type="presOf" srcId="{319340CD-3594-4FD3-9C0B-CB4EE3CEC8F8}" destId="{06B5606F-8A00-4C56-8D8C-EB93E7320AD1}" srcOrd="0" destOrd="0" presId="urn:microsoft.com/office/officeart/2018/5/layout/IconCircleLabelList"/>
    <dgm:cxn modelId="{4C4940D5-67B3-428A-BD2A-489E1B069998}" srcId="{319340CD-3594-4FD3-9C0B-CB4EE3CEC8F8}" destId="{580C3B72-95FB-4843-9905-F27DB586B2B6}" srcOrd="2" destOrd="0" parTransId="{C8827B50-B906-4589-A495-23CADC5B6C5D}" sibTransId="{25CEBD0F-61B8-41D2-9C0A-D7823878FBE6}"/>
    <dgm:cxn modelId="{B8EFEEF1-EB5A-48F3-8CEB-3581AB1ED2FF}" srcId="{319340CD-3594-4FD3-9C0B-CB4EE3CEC8F8}" destId="{6E964427-536C-4CAD-B46F-AB94993076D6}" srcOrd="1" destOrd="0" parTransId="{72B10522-CE96-4891-8880-4747752C5A80}" sibTransId="{AE430DCD-BDA6-40B4-9B3F-413C4DA9DAE0}"/>
    <dgm:cxn modelId="{65367FFD-F4DB-44EB-879C-09780554658D}" type="presOf" srcId="{6E964427-536C-4CAD-B46F-AB94993076D6}" destId="{DAE60B88-44F1-46E3-99AA-5559C552615B}" srcOrd="0" destOrd="0" presId="urn:microsoft.com/office/officeart/2018/5/layout/IconCircleLabelList"/>
    <dgm:cxn modelId="{12DDAD30-7FCB-4E0D-B058-0C2DB98FF7C2}" type="presParOf" srcId="{06B5606F-8A00-4C56-8D8C-EB93E7320AD1}" destId="{0986FB52-E389-40D9-A029-A7EA50E871CB}" srcOrd="0" destOrd="0" presId="urn:microsoft.com/office/officeart/2018/5/layout/IconCircleLabelList"/>
    <dgm:cxn modelId="{DDA2AE88-EDF7-4F79-A2C1-45CBCE8C19C1}" type="presParOf" srcId="{0986FB52-E389-40D9-A029-A7EA50E871CB}" destId="{3F3C2B8F-EE34-4EE2-A616-E72EADC0399C}" srcOrd="0" destOrd="0" presId="urn:microsoft.com/office/officeart/2018/5/layout/IconCircleLabelList"/>
    <dgm:cxn modelId="{1C630852-EF82-4C88-B660-1E2AFC3CAC7D}" type="presParOf" srcId="{0986FB52-E389-40D9-A029-A7EA50E871CB}" destId="{6740B6A7-7CF6-42C6-85F7-EC8AC6049172}" srcOrd="1" destOrd="0" presId="urn:microsoft.com/office/officeart/2018/5/layout/IconCircleLabelList"/>
    <dgm:cxn modelId="{88D4A76B-4AE8-440D-AA21-8641964D15DC}" type="presParOf" srcId="{0986FB52-E389-40D9-A029-A7EA50E871CB}" destId="{0E4E46B8-E4C4-42DD-BDCD-3AD0ABB6E721}" srcOrd="2" destOrd="0" presId="urn:microsoft.com/office/officeart/2018/5/layout/IconCircleLabelList"/>
    <dgm:cxn modelId="{60536781-438C-4FF6-9872-D6DEB8F2C089}" type="presParOf" srcId="{0986FB52-E389-40D9-A029-A7EA50E871CB}" destId="{35CC8027-ACF9-43C2-B5C8-678084E11C82}" srcOrd="3" destOrd="0" presId="urn:microsoft.com/office/officeart/2018/5/layout/IconCircleLabelList"/>
    <dgm:cxn modelId="{26D0EC69-7CCB-410F-962E-CDBFF76FB8BA}" type="presParOf" srcId="{06B5606F-8A00-4C56-8D8C-EB93E7320AD1}" destId="{AC98B491-6740-4855-BECD-9D059353BA03}" srcOrd="1" destOrd="0" presId="urn:microsoft.com/office/officeart/2018/5/layout/IconCircleLabelList"/>
    <dgm:cxn modelId="{20012340-7148-424D-8985-D12D837025F3}" type="presParOf" srcId="{06B5606F-8A00-4C56-8D8C-EB93E7320AD1}" destId="{5E864ECB-A442-4583-8698-E10FE6340E18}" srcOrd="2" destOrd="0" presId="urn:microsoft.com/office/officeart/2018/5/layout/IconCircleLabelList"/>
    <dgm:cxn modelId="{5DA2C1C2-4F05-4711-ABDB-7F1AA7CC475A}" type="presParOf" srcId="{5E864ECB-A442-4583-8698-E10FE6340E18}" destId="{12323C80-8877-4777-85EC-48EBB35BC47F}" srcOrd="0" destOrd="0" presId="urn:microsoft.com/office/officeart/2018/5/layout/IconCircleLabelList"/>
    <dgm:cxn modelId="{B2D798F5-B17C-48D8-A8BE-C7335D243A12}" type="presParOf" srcId="{5E864ECB-A442-4583-8698-E10FE6340E18}" destId="{8B34F78B-B3BE-4244-8390-A5758EF86F61}" srcOrd="1" destOrd="0" presId="urn:microsoft.com/office/officeart/2018/5/layout/IconCircleLabelList"/>
    <dgm:cxn modelId="{0EECACD6-889E-4FA4-98D4-617CC534634B}" type="presParOf" srcId="{5E864ECB-A442-4583-8698-E10FE6340E18}" destId="{9678F02A-B87D-451A-8A31-C88812B0D244}" srcOrd="2" destOrd="0" presId="urn:microsoft.com/office/officeart/2018/5/layout/IconCircleLabelList"/>
    <dgm:cxn modelId="{A8C63259-0106-4894-BA6B-343259E891C5}" type="presParOf" srcId="{5E864ECB-A442-4583-8698-E10FE6340E18}" destId="{DAE60B88-44F1-46E3-99AA-5559C552615B}" srcOrd="3" destOrd="0" presId="urn:microsoft.com/office/officeart/2018/5/layout/IconCircleLabelList"/>
    <dgm:cxn modelId="{A9474B6E-C812-4C54-9938-340DB5D4EA00}" type="presParOf" srcId="{06B5606F-8A00-4C56-8D8C-EB93E7320AD1}" destId="{FFA31A4D-AE6B-4158-833C-6527C00591F9}" srcOrd="3" destOrd="0" presId="urn:microsoft.com/office/officeart/2018/5/layout/IconCircleLabelList"/>
    <dgm:cxn modelId="{A336B8F0-77E5-418A-94DB-5AC4B9EA97AB}" type="presParOf" srcId="{06B5606F-8A00-4C56-8D8C-EB93E7320AD1}" destId="{FA65EE50-BC37-4534-B3FA-1EA0E34A1764}" srcOrd="4" destOrd="0" presId="urn:microsoft.com/office/officeart/2018/5/layout/IconCircleLabelList"/>
    <dgm:cxn modelId="{BDBC99BE-AF72-4276-B4EE-44520D6752B1}" type="presParOf" srcId="{FA65EE50-BC37-4534-B3FA-1EA0E34A1764}" destId="{179FD2DF-7109-44A7-9B41-88A0546BA530}" srcOrd="0" destOrd="0" presId="urn:microsoft.com/office/officeart/2018/5/layout/IconCircleLabelList"/>
    <dgm:cxn modelId="{1856A56A-25E9-4C01-8710-586A1A1962EE}" type="presParOf" srcId="{FA65EE50-BC37-4534-B3FA-1EA0E34A1764}" destId="{9C2D6DAF-4996-4999-8E3A-243F92ED5B25}" srcOrd="1" destOrd="0" presId="urn:microsoft.com/office/officeart/2018/5/layout/IconCircleLabelList"/>
    <dgm:cxn modelId="{6C73D0B7-ABAA-44D0-847B-929E0CA4498E}" type="presParOf" srcId="{FA65EE50-BC37-4534-B3FA-1EA0E34A1764}" destId="{E9E895BC-E30B-49E2-89BC-0CF72CD83FBA}" srcOrd="2" destOrd="0" presId="urn:microsoft.com/office/officeart/2018/5/layout/IconCircleLabelList"/>
    <dgm:cxn modelId="{43282BCE-2941-4E3E-B209-77332045A4BF}" type="presParOf" srcId="{FA65EE50-BC37-4534-B3FA-1EA0E34A1764}" destId="{0FC58541-DC0F-41BD-AF1C-E22C3865F496}" srcOrd="3" destOrd="0" presId="urn:microsoft.com/office/officeart/2018/5/layout/IconCircleLabelList"/>
    <dgm:cxn modelId="{7FDBD516-907A-49F8-AFEA-142486E82061}" type="presParOf" srcId="{06B5606F-8A00-4C56-8D8C-EB93E7320AD1}" destId="{4E157546-77F8-4349-B518-EC827B85828A}" srcOrd="5" destOrd="0" presId="urn:microsoft.com/office/officeart/2018/5/layout/IconCircleLabelList"/>
    <dgm:cxn modelId="{B3398D11-5411-4595-A32D-CE205A45ACB6}" type="presParOf" srcId="{06B5606F-8A00-4C56-8D8C-EB93E7320AD1}" destId="{2EBB7BCD-DF27-4071-9DFC-DB3CBB29503B}" srcOrd="6" destOrd="0" presId="urn:microsoft.com/office/officeart/2018/5/layout/IconCircleLabelList"/>
    <dgm:cxn modelId="{ADA6228C-FBA7-460E-8285-24451B09E99D}" type="presParOf" srcId="{2EBB7BCD-DF27-4071-9DFC-DB3CBB29503B}" destId="{B27B0D2D-5F89-4E6C-8AC6-40B0C9A15397}" srcOrd="0" destOrd="0" presId="urn:microsoft.com/office/officeart/2018/5/layout/IconCircleLabelList"/>
    <dgm:cxn modelId="{74E726B4-0E39-4A9C-89D4-9D6009D96F3F}" type="presParOf" srcId="{2EBB7BCD-DF27-4071-9DFC-DB3CBB29503B}" destId="{C3869BD9-D0AD-44B4-9CEC-600AD96CF098}" srcOrd="1" destOrd="0" presId="urn:microsoft.com/office/officeart/2018/5/layout/IconCircleLabelList"/>
    <dgm:cxn modelId="{E6B7D63B-B584-4DBA-B25D-7B9E38F2F90B}" type="presParOf" srcId="{2EBB7BCD-DF27-4071-9DFC-DB3CBB29503B}" destId="{A947CEEB-946C-4E84-8C52-D9F5A7FB9C4B}" srcOrd="2" destOrd="0" presId="urn:microsoft.com/office/officeart/2018/5/layout/IconCircleLabelList"/>
    <dgm:cxn modelId="{C282C13B-83C4-4356-B733-AA26624012BC}" type="presParOf" srcId="{2EBB7BCD-DF27-4071-9DFC-DB3CBB29503B}" destId="{20818BA2-8316-445D-85D1-B0A5C68691C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6348A-D3AA-4D59-882C-999D33DA14BD}">
      <dsp:nvSpPr>
        <dsp:cNvPr id="0" name=""/>
        <dsp:cNvSpPr/>
      </dsp:nvSpPr>
      <dsp:spPr>
        <a:xfrm>
          <a:off x="2331248" y="2437"/>
          <a:ext cx="2622655" cy="1065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Configuration of DQ rules</a:t>
          </a:r>
        </a:p>
      </dsp:txBody>
      <dsp:txXfrm>
        <a:off x="2383267" y="54456"/>
        <a:ext cx="2518617" cy="961572"/>
      </dsp:txXfrm>
    </dsp:sp>
    <dsp:sp modelId="{7D375C61-FFD8-4657-81D8-B568C55AD992}">
      <dsp:nvSpPr>
        <dsp:cNvPr id="0" name=""/>
        <dsp:cNvSpPr/>
      </dsp:nvSpPr>
      <dsp:spPr>
        <a:xfrm>
          <a:off x="2331248" y="1121327"/>
          <a:ext cx="2622655" cy="1065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Execution of DQ job</a:t>
          </a:r>
        </a:p>
      </dsp:txBody>
      <dsp:txXfrm>
        <a:off x="2383267" y="1173346"/>
        <a:ext cx="2518617" cy="961572"/>
      </dsp:txXfrm>
    </dsp:sp>
    <dsp:sp modelId="{86CEE1CA-A962-4D39-B000-A890BFECD98E}">
      <dsp:nvSpPr>
        <dsp:cNvPr id="0" name=""/>
        <dsp:cNvSpPr/>
      </dsp:nvSpPr>
      <dsp:spPr>
        <a:xfrm>
          <a:off x="2331248" y="2240218"/>
          <a:ext cx="2622655" cy="1065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DQ results at column &amp; row level</a:t>
          </a:r>
        </a:p>
      </dsp:txBody>
      <dsp:txXfrm>
        <a:off x="2383267" y="2292237"/>
        <a:ext cx="2518617" cy="961572"/>
      </dsp:txXfrm>
    </dsp:sp>
    <dsp:sp modelId="{074C2309-043E-4447-B2B4-3155640F518C}">
      <dsp:nvSpPr>
        <dsp:cNvPr id="0" name=""/>
        <dsp:cNvSpPr/>
      </dsp:nvSpPr>
      <dsp:spPr>
        <a:xfrm>
          <a:off x="2331248" y="3359109"/>
          <a:ext cx="2622655" cy="1065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Issue summary &amp; metrics</a:t>
          </a:r>
        </a:p>
      </dsp:txBody>
      <dsp:txXfrm>
        <a:off x="2383267" y="3411128"/>
        <a:ext cx="2518617" cy="961572"/>
      </dsp:txXfrm>
    </dsp:sp>
    <dsp:sp modelId="{57C6D57F-41E2-413C-BCC9-5ACDC8B0B2CD}">
      <dsp:nvSpPr>
        <dsp:cNvPr id="0" name=""/>
        <dsp:cNvSpPr/>
      </dsp:nvSpPr>
      <dsp:spPr>
        <a:xfrm>
          <a:off x="2331248" y="4477999"/>
          <a:ext cx="2622655" cy="106561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Trend / dashboard view </a:t>
          </a:r>
        </a:p>
      </dsp:txBody>
      <dsp:txXfrm>
        <a:off x="2383267" y="4530018"/>
        <a:ext cx="2518617" cy="9615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C2B8F-EE34-4EE2-A616-E72EADC0399C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0B6A7-7CF6-42C6-85F7-EC8AC6049172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C8027-ACF9-43C2-B5C8-678084E11C82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Early detection of data issues.</a:t>
          </a:r>
        </a:p>
      </dsp:txBody>
      <dsp:txXfrm>
        <a:off x="100682" y="2684598"/>
        <a:ext cx="2370489" cy="720000"/>
      </dsp:txXfrm>
    </dsp:sp>
    <dsp:sp modelId="{12323C80-8877-4777-85EC-48EBB35BC47F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4F78B-B3BE-4244-8390-A5758EF86F61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60B88-44F1-46E3-99AA-5559C552615B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Improved trust in downstream reports.</a:t>
          </a:r>
        </a:p>
      </dsp:txBody>
      <dsp:txXfrm>
        <a:off x="2886007" y="2684598"/>
        <a:ext cx="2370489" cy="720000"/>
      </dsp:txXfrm>
    </dsp:sp>
    <dsp:sp modelId="{179FD2DF-7109-44A7-9B41-88A0546BA530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2D6DAF-4996-4999-8E3A-243F92ED5B25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58541-DC0F-41BD-AF1C-E22C3865F496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Standardized &amp; scalable DQ approach.</a:t>
          </a:r>
        </a:p>
      </dsp:txBody>
      <dsp:txXfrm>
        <a:off x="5671332" y="2684598"/>
        <a:ext cx="2370489" cy="720000"/>
      </dsp:txXfrm>
    </dsp:sp>
    <dsp:sp modelId="{B27B0D2D-5F89-4E6C-8AC6-40B0C9A15397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869BD9-D0AD-44B4-9CEC-600AD96CF098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18BA2-8316-445D-85D1-B0A5C68691C8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Audit-ready issue visibility.</a:t>
          </a:r>
        </a:p>
      </dsp:txBody>
      <dsp:txXfrm>
        <a:off x="8456657" y="2684598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628F-9ACA-463B-8733-9F173D418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1251F-9914-4A2E-9D8C-0B7DE1B2E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68FDB-41D1-4382-AE56-7FB2853BA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961BA-A6BD-4F4A-BEE9-3CEB17E3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AE2D5-D7AA-475F-BA32-DA3171793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41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6A9D-333A-47E3-A756-0842CF4FB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81C1-9522-42C5-98DB-4939805B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22345-2953-4A09-A26A-E6BE470E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75EBA-5B4B-4E3E-9017-11D91FF4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8580-7276-441D-939A-AB0CE28ED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8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1F81E-6463-4E7A-9713-5444CE161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9E51F-8569-4BBE-9C8D-2C7E76282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97044-F4F7-4A1B-AB50-F85F56AA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DCEED-3B5A-4043-BB40-5844B6E2F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30B92-6631-455C-9DB6-FC0FAACE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1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EC25-B243-49CA-A4AA-48D523854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76FF3-271B-4FAC-B789-3609C22FD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EAEAD-87D9-4AB5-9682-27885C1A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CC859-DB82-4DDF-A680-CE1AA00F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04468-262A-4469-9C5C-CD8C79E0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228A6E-1A8C-4600-85AC-2322A2AC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7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867F6-79C6-497C-8171-ACF453D0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27A7B-B55F-4C02-8A41-106D0D0AF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36482B-5C27-4EF9-8EC7-735C30AB3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7B3A3-8CEF-42C4-92EF-9FAC585F3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00AD6-1B2D-49F4-83BA-01A0F097C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A56608-EA17-4DA7-98F9-EF5601086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53C3F-F416-4220-9995-4F42B413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CE0E8-C59B-4193-9758-77AC7AC6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4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F34F-B31F-42CD-B8AF-DC8AAA529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D7AA9-4C11-4722-8C5A-45743935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79D2F-3BA0-432F-849A-C0516272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70A0C-4083-4CFD-8092-7328D44D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66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2A2BB-9A0B-40B7-B6C7-1AF4CFED3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F51EC-7CF3-47A6-A887-AA5D28A8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3DEA9-CA6F-49F3-B7E1-2495078E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1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9D95-AAFF-4A64-88BA-882D7F8A4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F8503-5AEE-4170-894A-AF00F705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2BE81-E8C8-4315-82B2-B5D8CAF23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73080-2B72-4EE2-8E2E-F0376FC5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41CEC-96A9-41A5-B29D-0D66222D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7E261-4EE4-4D3B-9537-E4D1FE790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9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FAD2-B90F-401B-AAE8-9A5AFB5B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B98C09-1E48-48A8-A8F9-E5BC624354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1BD2B-30F2-466F-AC37-A738EA9FC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983D0-7A54-4C2F-8BE3-0C230FB9B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4350C-8A98-491B-9CB2-53AA92CE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25EC9-54E9-486A-BC46-568A12F4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6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5DAD-41BC-466E-AC0E-F24321DB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D4D91-4A73-434B-A2A8-8C458D561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A037D-1D40-4A4B-830F-D53D80BB4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3FE8-50C7-4D6C-983E-1A99F9F6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FB79-B4E0-4B94-9E01-2ACFB6A4F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F338EB-6F21-43FE-A655-49E1C7A57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5D0340-9885-425B-B09F-B0218B529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C0A4B-A221-4299-A2FA-BA5B0191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A1680-0834-40A1-8308-436F88DF9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CCE14-F87E-4059-BC97-5BEFC85F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6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C3E4E-C794-4117-ABC5-E18C8BA9C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93651-D5AA-47FB-B2B3-B5774356A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4F51-0520-43B6-ACB2-30AFAEDF83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69CA6-0947-4915-9E10-95F6CB9BD60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4B154-F79A-42C7-8DD1-0715B5571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9FACB-D365-4E64-9F42-34EC3676C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ACB4-A0E9-4DF3-87C4-BA2C0D8CFBD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B0E29-C842-49BC-A75D-39E9925C89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19750" y="0"/>
            <a:ext cx="796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44749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63DDDC11-76FB-4C79-AFA8-63F3E809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ED9DE12-A14D-4EE1-9ECF-C3692200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19FC3-AE2F-4693-A264-8FEB69676B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79" r="3282" b="12483"/>
          <a:stretch/>
        </p:blipFill>
        <p:spPr>
          <a:xfrm>
            <a:off x="0" y="0"/>
            <a:ext cx="12170642" cy="69176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EA711A-D468-4E46-AFF9-02E0346ADD6C}"/>
              </a:ext>
            </a:extLst>
          </p:cNvPr>
          <p:cNvSpPr txBox="1"/>
          <p:nvPr/>
        </p:nvSpPr>
        <p:spPr>
          <a:xfrm>
            <a:off x="3236183" y="2957598"/>
            <a:ext cx="59555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Data Quality Framework</a:t>
            </a:r>
          </a:p>
        </p:txBody>
      </p:sp>
    </p:spTree>
    <p:extLst>
      <p:ext uri="{BB962C8B-B14F-4D97-AF65-F5344CB8AC3E}">
        <p14:creationId xmlns:p14="http://schemas.microsoft.com/office/powerpoint/2010/main" val="242968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1F9830A9-5A9F-4439-BF1B-6B116A20C99B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dirty="0"/>
              <a:t>Objectives</a:t>
            </a:r>
            <a:endParaRPr lang="en-US" sz="17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Showcase how the DQ framework identifies, reports, and tracks data quality issues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Demonstrate end-to-end flow: data → checks → results → insights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b="1" dirty="0"/>
              <a:t>Scope Covered 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Data source(s): </a:t>
            </a:r>
            <a:r>
              <a:rPr lang="en-US" sz="1700" dirty="0" err="1"/>
              <a:t>dev_finance.bronze_finance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No. of columns evaluated : 8 different columns for 8 different rules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Environment: Dev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62E297-6D92-4327-AD42-98193ACB0002}"/>
              </a:ext>
            </a:extLst>
          </p:cNvPr>
          <p:cNvSpPr txBox="1"/>
          <p:nvPr/>
        </p:nvSpPr>
        <p:spPr>
          <a:xfrm>
            <a:off x="752238" y="2969279"/>
            <a:ext cx="2687541" cy="1480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Objective &amp; Scope Covered </a:t>
            </a:r>
          </a:p>
          <a:p>
            <a:endParaRPr lang="en-US" sz="2400" dirty="0">
              <a:solidFill>
                <a:schemeClr val="bg1">
                  <a:lumMod val="9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34560-1868-420D-B460-49E4C839C593}"/>
              </a:ext>
            </a:extLst>
          </p:cNvPr>
          <p:cNvSpPr txBox="1"/>
          <p:nvPr/>
        </p:nvSpPr>
        <p:spPr>
          <a:xfrm>
            <a:off x="1117998" y="4356011"/>
            <a:ext cx="2321781" cy="66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8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7204F-D968-4847-8380-958024736D46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1. Completeness</a:t>
            </a:r>
            <a:endParaRPr lang="en-US" sz="20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Blank / Null Checks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2. Validity</a:t>
            </a:r>
            <a:endParaRPr lang="en-US" sz="20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Length Check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Regex Match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Format Check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Case Standardization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3. Accuracy</a:t>
            </a:r>
            <a:endParaRPr lang="en-US" sz="20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Value Threshold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Range Check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4. </a:t>
            </a:r>
            <a:r>
              <a:rPr lang="en-US" sz="2000" b="1" dirty="0"/>
              <a:t>Uniqueness</a:t>
            </a:r>
            <a:endParaRPr lang="en-US" sz="2000" dirty="0"/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Unique Check</a:t>
            </a:r>
          </a:p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Duplicate Check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0E8D29-EDA7-492F-A89A-5207539E11BC}"/>
              </a:ext>
            </a:extLst>
          </p:cNvPr>
          <p:cNvSpPr txBox="1"/>
          <p:nvPr/>
        </p:nvSpPr>
        <p:spPr>
          <a:xfrm>
            <a:off x="545504" y="2764592"/>
            <a:ext cx="273524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</a:rPr>
              <a:t>DQ Dimensions Demonstrated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828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56120-AEBD-47D9-AEF1-F9E633C9988D}"/>
              </a:ext>
            </a:extLst>
          </p:cNvPr>
          <p:cNvSpPr txBox="1"/>
          <p:nvPr/>
        </p:nvSpPr>
        <p:spPr>
          <a:xfrm>
            <a:off x="466722" y="586855"/>
            <a:ext cx="3201366" cy="36909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Flow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2" name="TextBox 3">
            <a:extLst>
              <a:ext uri="{FF2B5EF4-FFF2-40B4-BE49-F238E27FC236}">
                <a16:creationId xmlns:a16="http://schemas.microsoft.com/office/drawing/2014/main" id="{BD51AC34-A612-07D1-9FB4-03B3D2D066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694362"/>
              </p:ext>
            </p:extLst>
          </p:nvPr>
        </p:nvGraphicFramePr>
        <p:xfrm>
          <a:off x="4581727" y="649480"/>
          <a:ext cx="728515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9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7465AD-C4D8-4706-B1B7-ED08BCEA4485}"/>
              </a:ext>
            </a:extLst>
          </p:cNvPr>
          <p:cNvSpPr txBox="1"/>
          <p:nvPr/>
        </p:nvSpPr>
        <p:spPr>
          <a:xfrm>
            <a:off x="3163373" y="777546"/>
            <a:ext cx="5114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any new rule addition, we have two ways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D5694C24-1C74-4055-AB84-87E66B27083F}"/>
              </a:ext>
            </a:extLst>
          </p:cNvPr>
          <p:cNvCxnSpPr>
            <a:cxnSpLocks/>
          </p:cNvCxnSpPr>
          <p:nvPr/>
        </p:nvCxnSpPr>
        <p:spPr>
          <a:xfrm>
            <a:off x="5720748" y="1768536"/>
            <a:ext cx="859666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1C4D0B9-48C9-4599-A307-0FE85B806AEE}"/>
              </a:ext>
            </a:extLst>
          </p:cNvPr>
          <p:cNvCxnSpPr>
            <a:cxnSpLocks/>
            <a:stCxn id="4" idx="2"/>
            <a:endCxn id="22" idx="3"/>
          </p:cNvCxnSpPr>
          <p:nvPr/>
        </p:nvCxnSpPr>
        <p:spPr>
          <a:xfrm rot="5400000">
            <a:off x="4880413" y="928201"/>
            <a:ext cx="590880" cy="10897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D25E650-14F9-4EF7-BFA8-AD4D46284ACE}"/>
              </a:ext>
            </a:extLst>
          </p:cNvPr>
          <p:cNvSpPr txBox="1"/>
          <p:nvPr/>
        </p:nvSpPr>
        <p:spPr>
          <a:xfrm>
            <a:off x="6704754" y="1583870"/>
            <a:ext cx="215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Through UI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2B85E6-A5A6-4FFF-A804-0B8CE8862983}"/>
              </a:ext>
            </a:extLst>
          </p:cNvPr>
          <p:cNvSpPr txBox="1"/>
          <p:nvPr/>
        </p:nvSpPr>
        <p:spPr>
          <a:xfrm>
            <a:off x="3254741" y="1583870"/>
            <a:ext cx="1376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Manually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01D796-4B0A-4346-A6D9-C1734D494F47}"/>
              </a:ext>
            </a:extLst>
          </p:cNvPr>
          <p:cNvSpPr txBox="1"/>
          <p:nvPr/>
        </p:nvSpPr>
        <p:spPr>
          <a:xfrm>
            <a:off x="285750" y="2343150"/>
            <a:ext cx="51147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 rows in </a:t>
            </a:r>
            <a:r>
              <a:rPr lang="en-US" dirty="0" err="1"/>
              <a:t>dq_rules</a:t>
            </a:r>
            <a:r>
              <a:rPr lang="en-US" dirty="0"/>
              <a:t> and </a:t>
            </a:r>
            <a:r>
              <a:rPr lang="en-US" b="0" dirty="0" err="1">
                <a:solidFill>
                  <a:srgbClr val="3B3B3B"/>
                </a:solidFill>
                <a:effectLst/>
                <a:latin typeface="Menlo"/>
              </a:rPr>
              <a:t>pipeline_metadata</a:t>
            </a:r>
            <a:r>
              <a:rPr lang="en-US" b="0" dirty="0">
                <a:solidFill>
                  <a:srgbClr val="3B3B3B"/>
                </a:solidFill>
                <a:effectLst/>
                <a:latin typeface="Menlo"/>
              </a:rPr>
              <a:t>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B3B3B"/>
                </a:solidFill>
                <a:effectLst/>
                <a:latin typeface="Menlo"/>
              </a:rPr>
              <a:t>Import the Da</a:t>
            </a:r>
            <a:r>
              <a:rPr lang="en-US" dirty="0">
                <a:solidFill>
                  <a:srgbClr val="3B3B3B"/>
                </a:solidFill>
                <a:latin typeface="Menlo"/>
              </a:rPr>
              <a:t>ta quality framework , call the DQ function(</a:t>
            </a:r>
            <a:r>
              <a:rPr lang="en-US" b="0" dirty="0" err="1">
                <a:solidFill>
                  <a:srgbClr val="795E26"/>
                </a:solidFill>
                <a:effectLst/>
                <a:latin typeface="Menlo"/>
              </a:rPr>
              <a:t>run_dq_checks</a:t>
            </a:r>
            <a:r>
              <a:rPr lang="en-US" dirty="0">
                <a:solidFill>
                  <a:srgbClr val="3B3B3B"/>
                </a:solidFill>
                <a:latin typeface="Menlo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dirty="0">
              <a:solidFill>
                <a:srgbClr val="3B3B3B"/>
              </a:solidFill>
              <a:effectLst/>
              <a:latin typeface="Menlo"/>
            </a:endParaRP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59BA8B-4468-4FC2-A372-C52CD9602A98}"/>
              </a:ext>
            </a:extLst>
          </p:cNvPr>
          <p:cNvSpPr txBox="1"/>
          <p:nvPr/>
        </p:nvSpPr>
        <p:spPr>
          <a:xfrm>
            <a:off x="6580414" y="2343150"/>
            <a:ext cx="4718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Rules added through UI will make an entry in </a:t>
            </a:r>
            <a:r>
              <a:rPr lang="en-US" dirty="0" err="1"/>
              <a:t>dq_rule_requests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 approval, the rules will move to </a:t>
            </a:r>
            <a:r>
              <a:rPr lang="en-US" dirty="0" err="1"/>
              <a:t>dq_rules</a:t>
            </a:r>
            <a:r>
              <a:rPr lang="en-US" dirty="0"/>
              <a:t> and </a:t>
            </a:r>
            <a:r>
              <a:rPr lang="en-US" dirty="0" err="1"/>
              <a:t>pipeline_metadata</a:t>
            </a:r>
            <a:r>
              <a:rPr lang="en-US" dirty="0"/>
              <a:t> tables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rgbClr val="3B3B3B"/>
                </a:solidFill>
                <a:effectLst/>
                <a:latin typeface="Menlo"/>
              </a:rPr>
              <a:t>Import the Da</a:t>
            </a:r>
            <a:r>
              <a:rPr lang="en-US" dirty="0">
                <a:solidFill>
                  <a:srgbClr val="3B3B3B"/>
                </a:solidFill>
                <a:latin typeface="Menlo"/>
              </a:rPr>
              <a:t>ta quality framework , call the DQ function(</a:t>
            </a:r>
            <a:r>
              <a:rPr lang="en-US" b="0" dirty="0" err="1">
                <a:solidFill>
                  <a:srgbClr val="795E26"/>
                </a:solidFill>
                <a:effectLst/>
                <a:latin typeface="Menlo"/>
              </a:rPr>
              <a:t>run_dq_checks</a:t>
            </a:r>
            <a:r>
              <a:rPr lang="en-US" dirty="0">
                <a:solidFill>
                  <a:srgbClr val="3B3B3B"/>
                </a:solidFill>
                <a:latin typeface="Menl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665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AE348F-A4D0-4710-A361-46B376BC5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78" y="1057783"/>
            <a:ext cx="9568733" cy="1906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0AC085-2020-45D2-9A1B-EB12A6349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29" y="3893508"/>
            <a:ext cx="9688182" cy="4178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CE1677-69B3-4762-BC05-7E1DA7D015CC}"/>
              </a:ext>
            </a:extLst>
          </p:cNvPr>
          <p:cNvSpPr txBox="1"/>
          <p:nvPr/>
        </p:nvSpPr>
        <p:spPr>
          <a:xfrm>
            <a:off x="1173478" y="532737"/>
            <a:ext cx="8332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dq_rule_requests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23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79274A-B36F-483A-9204-02C703D48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5" y="981887"/>
            <a:ext cx="10408185" cy="2659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B25A44-FF5B-4D88-A930-D46EB63E31E2}"/>
              </a:ext>
            </a:extLst>
          </p:cNvPr>
          <p:cNvSpPr txBox="1"/>
          <p:nvPr/>
        </p:nvSpPr>
        <p:spPr>
          <a:xfrm>
            <a:off x="891907" y="326856"/>
            <a:ext cx="3298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dq_rules</a:t>
            </a:r>
            <a:r>
              <a:rPr lang="en-US" sz="2400" dirty="0"/>
              <a:t>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3879EE-941C-4FC8-B0F2-D845AF58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63" y="3915094"/>
            <a:ext cx="10336707" cy="24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7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19CC8F-D5A5-4671-904F-B691E26AE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602" y="1516962"/>
            <a:ext cx="9708542" cy="39476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A55A9B-9CCB-4A46-9B3D-9E78C6A582F3}"/>
              </a:ext>
            </a:extLst>
          </p:cNvPr>
          <p:cNvSpPr txBox="1"/>
          <p:nvPr/>
        </p:nvSpPr>
        <p:spPr>
          <a:xfrm>
            <a:off x="1534602" y="691763"/>
            <a:ext cx="4921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pipeline_metadata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875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DC9627-A94C-4DBD-9B8B-4D9A97527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60" y="1171459"/>
            <a:ext cx="6940907" cy="45150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2B9C17-6953-448D-B3F2-0222A1A1ADAE}"/>
              </a:ext>
            </a:extLst>
          </p:cNvPr>
          <p:cNvSpPr txBox="1"/>
          <p:nvPr/>
        </p:nvSpPr>
        <p:spPr>
          <a:xfrm>
            <a:off x="1108996" y="389613"/>
            <a:ext cx="3601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Quality Job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BC4B2A-989A-43FF-AEFA-BBCC90BA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65" y="3593110"/>
            <a:ext cx="6344535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13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2BF766-DCF5-47FB-89B2-5E2E6FBDED54}"/>
              </a:ext>
            </a:extLst>
          </p:cNvPr>
          <p:cNvSpPr txBox="1"/>
          <p:nvPr/>
        </p:nvSpPr>
        <p:spPr>
          <a:xfrm>
            <a:off x="4581726" y="649480"/>
            <a:ext cx="3876473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Pass / Fail status per rule.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DQ Status Logs: </a:t>
            </a:r>
            <a:r>
              <a:rPr lang="en-US" sz="2000" b="0" i="0" dirty="0" err="1">
                <a:solidFill>
                  <a:srgbClr val="555555"/>
                </a:solidFill>
                <a:effectLst/>
                <a:latin typeface="Menlo"/>
              </a:rPr>
              <a:t>dq_logs</a:t>
            </a: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 table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Bad Records:.</a:t>
            </a:r>
            <a:r>
              <a:rPr lang="en-US" sz="2000" b="0" i="0" dirty="0" err="1">
                <a:solidFill>
                  <a:srgbClr val="555555"/>
                </a:solidFill>
                <a:effectLst/>
                <a:latin typeface="Menlo"/>
              </a:rPr>
              <a:t>dq_bad_records</a:t>
            </a: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 table.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Error Logs: </a:t>
            </a:r>
            <a:r>
              <a:rPr lang="en-US" sz="2000" b="0" i="0" dirty="0" err="1">
                <a:solidFill>
                  <a:srgbClr val="555555"/>
                </a:solidFill>
                <a:effectLst/>
                <a:latin typeface="Menlo"/>
              </a:rPr>
              <a:t>dq_error_logs</a:t>
            </a:r>
            <a:r>
              <a:rPr lang="en-US" sz="2000" b="0" i="0" dirty="0">
                <a:solidFill>
                  <a:srgbClr val="555555"/>
                </a:solidFill>
                <a:effectLst/>
                <a:latin typeface="Menlo"/>
              </a:rPr>
              <a:t> table</a:t>
            </a:r>
            <a:endParaRPr lang="en-US" sz="2000" dirty="0"/>
          </a:p>
        </p:txBody>
      </p:sp>
      <p:pic>
        <p:nvPicPr>
          <p:cNvPr id="8" name="Graphic 7" descr="Bar chart">
            <a:extLst>
              <a:ext uri="{FF2B5EF4-FFF2-40B4-BE49-F238E27FC236}">
                <a16:creationId xmlns:a16="http://schemas.microsoft.com/office/drawing/2014/main" id="{7C7B9EE8-5CDB-52F8-A05E-6190BA4AA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199" y="1631250"/>
            <a:ext cx="3615776" cy="36157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0DD721-BE89-4F69-A0F3-8382ED0DE9AA}"/>
              </a:ext>
            </a:extLst>
          </p:cNvPr>
          <p:cNvSpPr txBox="1"/>
          <p:nvPr/>
        </p:nvSpPr>
        <p:spPr>
          <a:xfrm>
            <a:off x="303800" y="3094884"/>
            <a:ext cx="343021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Output Generated</a:t>
            </a:r>
            <a:endParaRPr lang="en-US" sz="32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37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1B4E72-23A8-48D1-9EF6-E0C9A9886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12" y="1433007"/>
            <a:ext cx="8269110" cy="3991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B5B59-6C91-4446-A3CE-C06B9DE1736B}"/>
              </a:ext>
            </a:extLst>
          </p:cNvPr>
          <p:cNvSpPr txBox="1"/>
          <p:nvPr/>
        </p:nvSpPr>
        <p:spPr>
          <a:xfrm>
            <a:off x="1065475" y="683812"/>
            <a:ext cx="4285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70054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C51F5E-CB8C-4E3F-8994-C9343A1B9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61" y="1073082"/>
            <a:ext cx="11536259" cy="2648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6425AA-BCA4-474E-8EFA-311E2D73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80" y="4258635"/>
            <a:ext cx="9562976" cy="163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74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4BCC02-0077-4BE5-8DA5-A39CAB1B0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07" y="589460"/>
            <a:ext cx="10389134" cy="26734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D0B77D-381E-4C44-A140-E5D18ED3F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07" y="3701676"/>
            <a:ext cx="9912859" cy="27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7" name="TextBox 3">
            <a:extLst>
              <a:ext uri="{FF2B5EF4-FFF2-40B4-BE49-F238E27FC236}">
                <a16:creationId xmlns:a16="http://schemas.microsoft.com/office/drawing/2014/main" id="{A12D2711-0A93-8502-97B4-2E22BE6EB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429172"/>
              </p:ext>
            </p:extLst>
          </p:nvPr>
        </p:nvGraphicFramePr>
        <p:xfrm>
          <a:off x="632085" y="2638731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27CB836-086A-419A-8355-F750D3B323F8}"/>
              </a:ext>
            </a:extLst>
          </p:cNvPr>
          <p:cNvSpPr txBox="1"/>
          <p:nvPr/>
        </p:nvSpPr>
        <p:spPr>
          <a:xfrm>
            <a:off x="3005593" y="556591"/>
            <a:ext cx="56772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Key Value to Business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23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CD0B2-0A0E-4FBD-8EA9-6BB20BD603B6}"/>
              </a:ext>
            </a:extLst>
          </p:cNvPr>
          <p:cNvSpPr txBox="1"/>
          <p:nvPr/>
        </p:nvSpPr>
        <p:spPr>
          <a:xfrm>
            <a:off x="3673501" y="3076484"/>
            <a:ext cx="4482039" cy="8959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ea typeface="+mj-ea"/>
                <a:cs typeface="+mj-cs"/>
              </a:rPr>
              <a:t>Working Session</a:t>
            </a: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57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CD0B2-0A0E-4FBD-8EA9-6BB20BD603B6}"/>
              </a:ext>
            </a:extLst>
          </p:cNvPr>
          <p:cNvSpPr txBox="1"/>
          <p:nvPr/>
        </p:nvSpPr>
        <p:spPr>
          <a:xfrm>
            <a:off x="4071069" y="2735249"/>
            <a:ext cx="3371353" cy="11375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Let’s Discuss</a:t>
            </a:r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49DA2-7B09-44B9-95A6-6122E20BD72C}"/>
              </a:ext>
            </a:extLst>
          </p:cNvPr>
          <p:cNvSpPr txBox="1"/>
          <p:nvPr/>
        </p:nvSpPr>
        <p:spPr>
          <a:xfrm>
            <a:off x="6574587" y="3528360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E6B3991E-5EBB-B676-3B37-C5F619F8D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953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297</Words>
  <Application>Microsoft Office PowerPoint</Application>
  <PresentationFormat>Widescreen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Menlo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DENSO North America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Himanshi Rawat</dc:creator>
  <cp:lastModifiedBy>Himanshi Rawat</cp:lastModifiedBy>
  <cp:revision>14</cp:revision>
  <dcterms:created xsi:type="dcterms:W3CDTF">2026-01-06T17:56:46Z</dcterms:created>
  <dcterms:modified xsi:type="dcterms:W3CDTF">2026-01-08T11:10:30Z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2026-01-06T17:56:46Z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1b6d529f-02de-49cc-88bf-8d60b0eb0568</vt:lpwstr>
  </property>
  <property fmtid="{D5CDD505-2E9C-101B-9397-08002B2CF9AE}" pid="8" name="MSIP_Label_7ed1414a-99f2-46f9-bbe5-740af8d1b502_ContentBits">
    <vt:lpwstr>1</vt:lpwstr>
  </property>
  <property fmtid="{D5CDD505-2E9C-101B-9397-08002B2CF9AE}" pid="9" name="ClassificationContentMarkingHeaderLocations">
    <vt:lpwstr>Office Theme:8</vt:lpwstr>
  </property>
  <property fmtid="{D5CDD505-2E9C-101B-9397-08002B2CF9AE}" pid="10" name="ClassificationContentMarkingHeaderText">
    <vt:lpwstr>CONFIDENTIAL</vt:lpwstr>
  </property>
</Properties>
</file>